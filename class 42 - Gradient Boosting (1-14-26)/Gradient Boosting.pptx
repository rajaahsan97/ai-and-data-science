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</a:t>
            </a:r>
            <a:r>
              <a:rPr lang="en-US" sz="2400" b="1" dirty="0" smtClean="0"/>
              <a:t>. Gradient Boosting: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The </a:t>
            </a:r>
            <a:r>
              <a:rPr lang="en-US" b="1" i="1" dirty="0"/>
              <a:t>gradient boosting algorithm</a:t>
            </a:r>
            <a:r>
              <a:rPr lang="en-US" dirty="0"/>
              <a:t> is </a:t>
            </a:r>
            <a:r>
              <a:rPr lang="en-US" dirty="0"/>
              <a:t>a powerful ensemble machine learning technique that builds predictive models in a sequential, stage-wise fashion</a:t>
            </a:r>
            <a:r>
              <a:rPr lang="en-US" dirty="0"/>
              <a:t>. It combines multiple "weak learners," typically decision trees, to create a single, robust "strong" model that minimizes overall prediction errors by learning from the mistakes of </a:t>
            </a:r>
            <a:r>
              <a:rPr lang="en-US" dirty="0" smtClean="0"/>
              <a:t>the </a:t>
            </a:r>
            <a:r>
              <a:rPr lang="en-US" dirty="0"/>
              <a:t>previous models.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178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1. Gradient Boosting: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6" y="2171761"/>
            <a:ext cx="106775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8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Steps in Gradient Boosting:</a:t>
            </a:r>
          </a:p>
          <a:p>
            <a:pPr>
              <a:buAutoNum type="arabicPeriod"/>
            </a:pPr>
            <a:r>
              <a:rPr lang="en-US" dirty="0" smtClean="0"/>
              <a:t>We will create a base model </a:t>
            </a:r>
            <a:r>
              <a:rPr lang="en-US" dirty="0" smtClean="0">
                <a:sym typeface="Wingdings" panose="05000000000000000000" pitchFamily="2" charset="2"/>
              </a:rPr>
              <a:t> Average model or most frequent categories.</a:t>
            </a:r>
          </a:p>
          <a:p>
            <a:pPr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Calculate residuals (error) from average prediction and actual values.</a:t>
            </a:r>
          </a:p>
          <a:p>
            <a:pPr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Now create another model Decision Tree 1(DT1), which will take xi as input and residuals as target.</a:t>
            </a:r>
          </a:p>
          <a:p>
            <a:pPr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Now we have new predicted target values by DT1.</a:t>
            </a:r>
          </a:p>
          <a:p>
            <a:pPr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Now we will calculate residuals (error) again from (actual – DT1_predicted).</a:t>
            </a:r>
          </a:p>
          <a:p>
            <a:pPr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New model DT2 will fit again on input xi and residuals as target</a:t>
            </a:r>
            <a:r>
              <a:rPr lang="en-US" dirty="0" smtClean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2240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Steps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33" y="1800225"/>
            <a:ext cx="8727067" cy="465784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6284890" y="2807594"/>
            <a:ext cx="763877" cy="2575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7573695">
            <a:off x="9625440" y="4311640"/>
            <a:ext cx="1138965" cy="305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3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Steps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3" y="1765144"/>
            <a:ext cx="7079111" cy="4229228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rot="7574139">
            <a:off x="5836274" y="3807914"/>
            <a:ext cx="505474" cy="2360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92923" y="6045240"/>
            <a:ext cx="6615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New predicted price (DT1) = Average predicted value +    						LR * Predicted Residuals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2760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Ensembles of Decision </a:t>
            </a:r>
            <a:r>
              <a:rPr lang="en-US" dirty="0" smtClean="0"/>
              <a:t>Trees: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4" y="1426871"/>
            <a:ext cx="8911687" cy="4926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Steps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3" y="1905000"/>
            <a:ext cx="6697964" cy="248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</TotalTime>
  <Words>143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Wisp</vt:lpstr>
      <vt:lpstr>Ensembles of Decision Trees:</vt:lpstr>
      <vt:lpstr>Ensembles of Decision Trees:</vt:lpstr>
      <vt:lpstr>Ensembles of Decision Trees:</vt:lpstr>
      <vt:lpstr>Ensembles of Decision Trees:</vt:lpstr>
      <vt:lpstr>Ensembles of Decision Trees:</vt:lpstr>
      <vt:lpstr>Ensembles of Decision Trees: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Ensembles of Decision Trees:</dc:title>
  <dc:creator>ABC</dc:creator>
  <cp:lastModifiedBy>ABC</cp:lastModifiedBy>
  <cp:revision>1</cp:revision>
  <dcterms:created xsi:type="dcterms:W3CDTF">2026-01-14T12:22:38Z</dcterms:created>
  <dcterms:modified xsi:type="dcterms:W3CDTF">2026-01-14T12:26:28Z</dcterms:modified>
</cp:coreProperties>
</file>