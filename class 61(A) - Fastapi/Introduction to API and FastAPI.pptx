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9572-B720-45BC-B9A4-A3AF25E7327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42F6-3E8D-4674-B23B-F931DC80C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8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9572-B720-45BC-B9A4-A3AF25E7327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42F6-3E8D-4674-B23B-F931DC80C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6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9572-B720-45BC-B9A4-A3AF25E7327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42F6-3E8D-4674-B23B-F931DC80C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70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9572-B720-45BC-B9A4-A3AF25E7327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42F6-3E8D-4674-B23B-F931DC80C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8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9572-B720-45BC-B9A4-A3AF25E7327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42F6-3E8D-4674-B23B-F931DC80C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5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9572-B720-45BC-B9A4-A3AF25E7327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42F6-3E8D-4674-B23B-F931DC80C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329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9572-B720-45BC-B9A4-A3AF25E7327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42F6-3E8D-4674-B23B-F931DC80C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61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9572-B720-45BC-B9A4-A3AF25E7327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42F6-3E8D-4674-B23B-F931DC80C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19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42F6-3E8D-4674-B23B-F931DC80C98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9572-B720-45BC-B9A4-A3AF25E73273}" type="datetimeFigureOut">
              <a:rPr lang="en-US" smtClean="0"/>
              <a:t>3/12/2026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52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9572-B720-45BC-B9A4-A3AF25E7327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42F6-3E8D-4674-B23B-F931DC80C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6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9572-B720-45BC-B9A4-A3AF25E7327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42F6-3E8D-4674-B23B-F931DC80C98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811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9572-B720-45BC-B9A4-A3AF25E7327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42F6-3E8D-4674-B23B-F931DC80C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30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9572-B720-45BC-B9A4-A3AF25E7327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42F6-3E8D-4674-B23B-F931DC80C98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1463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9572-B720-45BC-B9A4-A3AF25E7327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42F6-3E8D-4674-B23B-F931DC80C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146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9572-B720-45BC-B9A4-A3AF25E7327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42F6-3E8D-4674-B23B-F931DC80C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037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59572-B720-45BC-B9A4-A3AF25E7327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442F6-3E8D-4674-B23B-F931DC80C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94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59572-B720-45BC-B9A4-A3AF25E7327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A4442F6-3E8D-4674-B23B-F931DC80C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3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fastapi.tiangolo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API and </a:t>
            </a:r>
            <a:br>
              <a:rPr lang="en-US" dirty="0" smtClean="0"/>
            </a:br>
            <a:r>
              <a:rPr lang="en-US" dirty="0" err="1" smtClean="0"/>
              <a:t>FastAPI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440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an API?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 </a:t>
            </a:r>
            <a:r>
              <a:rPr lang="en-US" b="1" dirty="0"/>
              <a:t>API</a:t>
            </a:r>
            <a:r>
              <a:rPr lang="en-US" dirty="0"/>
              <a:t> (Application Programming Interface) is </a:t>
            </a:r>
            <a:r>
              <a:rPr lang="en-US" dirty="0"/>
              <a:t>a set of rules and protocols that allows two different software programs to communicate with each other and exchange </a:t>
            </a:r>
            <a:r>
              <a:rPr lang="en-US" dirty="0" smtClean="0"/>
              <a:t>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955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does an API works?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common way to understand APIs is to imagine a restaurant </a:t>
            </a:r>
            <a:r>
              <a:rPr lang="en-US" dirty="0" smtClean="0"/>
              <a:t>scenario: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You (the client application)</a:t>
            </a:r>
            <a:r>
              <a:rPr lang="en-US" dirty="0"/>
              <a:t> are the customer who wants a meal (data or functionality</a:t>
            </a:r>
            <a:r>
              <a:rPr lang="en-US" dirty="0" smtClean="0"/>
              <a:t>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The API (the waiter)</a:t>
            </a:r>
            <a:r>
              <a:rPr lang="en-US" dirty="0"/>
              <a:t> takes your request (order) to the kitchen (the server or external system).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The server/kitchen</a:t>
            </a:r>
            <a:r>
              <a:rPr lang="en-US" dirty="0"/>
              <a:t> processes the request (prepares the food).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The API/waiter</a:t>
            </a:r>
            <a:r>
              <a:rPr lang="en-US" dirty="0"/>
              <a:t> delivers the response (the meal) back to you. 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402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What is an application program interface (API)? | Adjus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1270000"/>
            <a:ext cx="8790747" cy="4813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232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Endpoints:</a:t>
            </a:r>
            <a:r>
              <a:rPr lang="en-US" dirty="0"/>
              <a:t> These are specific URLs where an API can be accessed. A request is sent to a particular endpoint to perform a defined action.</a:t>
            </a:r>
          </a:p>
          <a:p>
            <a:r>
              <a:rPr lang="en-US" b="1" dirty="0"/>
              <a:t>Request/Response Cycle:</a:t>
            </a:r>
            <a:r>
              <a:rPr lang="en-US" dirty="0"/>
              <a:t> Communication typically happens over the internet using standard protocols like HTTP, where a client sends a </a:t>
            </a:r>
            <a:r>
              <a:rPr lang="en-US" dirty="0" smtClean="0"/>
              <a:t>request (e.g. using a GET, POST, PUT or DELETE method) and the server returns a response, often in formats like JSON or XML.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477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HTTP Methods (CRUD)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</a:t>
            </a:r>
          </a:p>
          <a:p>
            <a:pPr lvl="1"/>
            <a:r>
              <a:rPr lang="en-US" dirty="0" smtClean="0"/>
              <a:t>Creates a new resource 										POST</a:t>
            </a:r>
          </a:p>
          <a:p>
            <a:r>
              <a:rPr lang="en-US" dirty="0" smtClean="0"/>
              <a:t>Read</a:t>
            </a:r>
          </a:p>
          <a:p>
            <a:pPr lvl="1"/>
            <a:r>
              <a:rPr lang="en-US" dirty="0" smtClean="0"/>
              <a:t>Retrieve resource(s)											GET</a:t>
            </a:r>
          </a:p>
          <a:p>
            <a:r>
              <a:rPr lang="en-US" dirty="0" smtClean="0"/>
              <a:t>Update</a:t>
            </a:r>
          </a:p>
          <a:p>
            <a:pPr lvl="1"/>
            <a:r>
              <a:rPr lang="en-US" dirty="0" smtClean="0"/>
              <a:t>Modify existing resource 										PUT</a:t>
            </a:r>
          </a:p>
          <a:p>
            <a:r>
              <a:rPr lang="en-US" dirty="0" smtClean="0"/>
              <a:t>Delete</a:t>
            </a:r>
          </a:p>
          <a:p>
            <a:pPr lvl="1"/>
            <a:r>
              <a:rPr lang="en-US" dirty="0" smtClean="0"/>
              <a:t>Remove </a:t>
            </a:r>
            <a:r>
              <a:rPr lang="en-US" smtClean="0"/>
              <a:t>a resource											DELETE</a:t>
            </a:r>
          </a:p>
        </p:txBody>
      </p:sp>
    </p:spTree>
    <p:extLst>
      <p:ext uri="{BB962C8B-B14F-4D97-AF65-F5344CB8AC3E}">
        <p14:creationId xmlns:p14="http://schemas.microsoft.com/office/powerpoint/2010/main" val="2619740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FastAPI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linkClick r:id="rId2"/>
              </a:rPr>
              <a:t>FastAPI</a:t>
            </a:r>
            <a:r>
              <a:rPr lang="en-US" dirty="0"/>
              <a:t> is </a:t>
            </a:r>
            <a:r>
              <a:rPr lang="en-US" dirty="0"/>
              <a:t>a modern, high-performance web framework for building APIs with </a:t>
            </a:r>
            <a:r>
              <a:rPr lang="en-US" dirty="0" smtClean="0"/>
              <a:t>Python.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Key Features:</a:t>
            </a:r>
          </a:p>
          <a:p>
            <a:pPr marL="0" indent="0">
              <a:buNone/>
            </a:pPr>
            <a:r>
              <a:rPr lang="en-US" b="1" dirty="0"/>
              <a:t>High </a:t>
            </a:r>
            <a:r>
              <a:rPr lang="en-US" b="1" dirty="0" smtClean="0"/>
              <a:t>Performance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Automatic Interactive </a:t>
            </a:r>
            <a:r>
              <a:rPr lang="en-US" b="1" dirty="0" smtClean="0"/>
              <a:t>Documentation</a:t>
            </a:r>
          </a:p>
          <a:p>
            <a:pPr marL="0" indent="0">
              <a:buNone/>
            </a:pPr>
            <a:r>
              <a:rPr lang="en-US" b="1" dirty="0"/>
              <a:t>Data Validation and </a:t>
            </a:r>
            <a:r>
              <a:rPr lang="en-US" b="1" dirty="0" smtClean="0"/>
              <a:t>Serialization</a:t>
            </a:r>
          </a:p>
          <a:p>
            <a:pPr marL="0" indent="0">
              <a:buNone/>
            </a:pPr>
            <a:r>
              <a:rPr lang="en-US" b="1" dirty="0" smtClean="0"/>
              <a:t>Asynchronous </a:t>
            </a:r>
            <a:r>
              <a:rPr lang="en-US" b="1" dirty="0"/>
              <a:t>Support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2557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</TotalTime>
  <Words>50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Trebuchet MS</vt:lpstr>
      <vt:lpstr>Wingdings</vt:lpstr>
      <vt:lpstr>Wingdings 3</vt:lpstr>
      <vt:lpstr>Facet</vt:lpstr>
      <vt:lpstr>Introduction to API and  FastAPI</vt:lpstr>
      <vt:lpstr>What is an API?</vt:lpstr>
      <vt:lpstr>How does an API works?</vt:lpstr>
      <vt:lpstr>PowerPoint Presentation</vt:lpstr>
      <vt:lpstr>PowerPoint Presentation</vt:lpstr>
      <vt:lpstr>HTTP Methods (CRUD)</vt:lpstr>
      <vt:lpstr>FastAPI: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API and  FastAPI</dc:title>
  <dc:creator>ABC</dc:creator>
  <cp:lastModifiedBy>ABC</cp:lastModifiedBy>
  <cp:revision>4</cp:revision>
  <dcterms:created xsi:type="dcterms:W3CDTF">2026-03-12T14:51:49Z</dcterms:created>
  <dcterms:modified xsi:type="dcterms:W3CDTF">2026-03-12T15:19:22Z</dcterms:modified>
</cp:coreProperties>
</file>