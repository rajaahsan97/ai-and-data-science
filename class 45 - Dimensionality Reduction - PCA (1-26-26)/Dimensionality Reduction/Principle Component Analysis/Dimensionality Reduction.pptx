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gif"/><Relationship Id="rId1" Type="http://schemas.microsoft.com/office/2007/relationships/media" Target="../media/media1.gif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5118" y="827467"/>
            <a:ext cx="8915399" cy="2262781"/>
          </a:xfrm>
        </p:spPr>
        <p:txBody>
          <a:bodyPr/>
          <a:lstStyle/>
          <a:p>
            <a:r>
              <a:rPr lang="en-US" dirty="0" smtClean="0"/>
              <a:t>Dimensionality Reduction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742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Dimensionality Reduction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According to Hughes phenomenon</a:t>
            </a:r>
            <a:r>
              <a:rPr lang="en-US" i="1" dirty="0"/>
              <a:t>, If the number of training samples is fixed and we keep on increasing the number of dimensions then the predictive power of our machine learning model first increases, but after a certain point it tends to decrease.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774" y="3318678"/>
            <a:ext cx="5831795" cy="341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8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Dimensionality Reduction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Dimensionality Reduction</a:t>
            </a:r>
            <a:r>
              <a:rPr lang="en-US" dirty="0" smtClean="0"/>
              <a:t> refers to the technique that reduces the numbers of features in a dataset.</a:t>
            </a:r>
          </a:p>
          <a:p>
            <a:pPr marL="0" indent="0">
              <a:buNone/>
            </a:pPr>
            <a:r>
              <a:rPr lang="en-US" b="1" dirty="0" smtClean="0"/>
              <a:t>Why Dimensionality Reduction?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Less dimensions for a given dataset means less computation or training time. (low model complexity)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Data compression.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It helps to find out the most significant features and skip the rest.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Lead to better human interpretation and visualization.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In short, its main focus is to reduce </a:t>
            </a:r>
            <a:r>
              <a:rPr lang="en-US" b="1" i="1" u="sng" dirty="0" smtClean="0"/>
              <a:t>curse of dimensionality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837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Dimensionality Reduction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types of </a:t>
            </a:r>
            <a:r>
              <a:rPr lang="en-US" b="1" i="1" dirty="0" smtClean="0"/>
              <a:t>Dimensionality Reduction</a:t>
            </a:r>
            <a:r>
              <a:rPr lang="en-US" dirty="0" smtClean="0"/>
              <a:t> techniques: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Feature Selection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208798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Analysis (PCA)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Principal Component Analysis (PCA)</a:t>
            </a:r>
            <a:r>
              <a:rPr lang="en-US" dirty="0" smtClean="0"/>
              <a:t> is a linear dimensionality reduction technique.</a:t>
            </a:r>
          </a:p>
          <a:p>
            <a:r>
              <a:rPr lang="en-US" b="1" i="1" dirty="0" smtClean="0"/>
              <a:t>PCA</a:t>
            </a:r>
            <a:r>
              <a:rPr lang="en-US" dirty="0" smtClean="0"/>
              <a:t> transforms higher dimensional data to lower dimensions.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i="1" dirty="0" smtClean="0"/>
              <a:t>Why PCA?</a:t>
            </a:r>
            <a:endParaRPr lang="en-US" b="1" i="1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Low model complexity, Faster training, reduce computational cost.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Better interpretation and visualization. For example transform 10-dimensional data to 2D or 3D.</a:t>
            </a:r>
          </a:p>
        </p:txBody>
      </p:sp>
    </p:spTree>
    <p:extLst>
      <p:ext uri="{BB962C8B-B14F-4D97-AF65-F5344CB8AC3E}">
        <p14:creationId xmlns:p14="http://schemas.microsoft.com/office/powerpoint/2010/main" val="284891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Analysis (PCA)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Principal </a:t>
            </a:r>
            <a:r>
              <a:rPr lang="en-US" b="1" i="1" dirty="0"/>
              <a:t>Component Analysis (PCA)</a:t>
            </a:r>
            <a:r>
              <a:rPr lang="en-US" dirty="0"/>
              <a:t> is a linear dimensionality reduction technique designed to extract a new set of </a:t>
            </a:r>
            <a:r>
              <a:rPr lang="en-US" dirty="0" smtClean="0"/>
              <a:t>features </a:t>
            </a:r>
            <a:r>
              <a:rPr lang="en-US" dirty="0"/>
              <a:t>from an existing high-dimensional dataset</a:t>
            </a:r>
            <a:r>
              <a:rPr lang="en-US" dirty="0" smtClean="0"/>
              <a:t>. And selects features from new set which are more important. </a:t>
            </a:r>
            <a:r>
              <a:rPr lang="en-US" dirty="0"/>
              <a:t>Its primary goal is to reduce the dimensionality of the data while preserving as much </a:t>
            </a:r>
            <a:r>
              <a:rPr lang="en-US" dirty="0" smtClean="0"/>
              <a:t>information (variance) </a:t>
            </a:r>
            <a:r>
              <a:rPr lang="en-US" dirty="0"/>
              <a:t>as </a:t>
            </a:r>
            <a:r>
              <a:rPr lang="en-US" dirty="0" smtClean="0"/>
              <a:t>possible.</a:t>
            </a:r>
          </a:p>
        </p:txBody>
      </p:sp>
    </p:spTree>
    <p:extLst>
      <p:ext uri="{BB962C8B-B14F-4D97-AF65-F5344CB8AC3E}">
        <p14:creationId xmlns:p14="http://schemas.microsoft.com/office/powerpoint/2010/main" val="321216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Analysis (PCA)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a dataset:</a:t>
            </a:r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152599"/>
              </p:ext>
            </p:extLst>
          </p:nvPr>
        </p:nvGraphicFramePr>
        <p:xfrm>
          <a:off x="5281301" y="2168211"/>
          <a:ext cx="52803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112"/>
                <a:gridCol w="1760112"/>
                <a:gridCol w="176011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 of rooms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shops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87" y="4126224"/>
            <a:ext cx="70294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61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Analysis (PCA)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another dataset:</a:t>
            </a:r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60808"/>
              </p:ext>
            </p:extLst>
          </p:nvPr>
        </p:nvGraphicFramePr>
        <p:xfrm>
          <a:off x="4574168" y="2727967"/>
          <a:ext cx="494548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496"/>
                <a:gridCol w="1648496"/>
                <a:gridCol w="164849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 of rooms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No. of bathrooms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837" y="3596647"/>
            <a:ext cx="72961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4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Analysis (PCA)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51290"/>
          </a:xfrm>
        </p:spPr>
        <p:txBody>
          <a:bodyPr>
            <a:normAutofit/>
          </a:bodyPr>
          <a:lstStyle/>
          <a:p>
            <a:r>
              <a:rPr lang="en-US" dirty="0" smtClean="0"/>
              <a:t>Now if we want to reduce the dimensions of the data from 2D to 1D, we cannot drop one feature as we lose a lot of information.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Variance (information preserved) by </a:t>
            </a:r>
            <a:r>
              <a:rPr lang="en-US" b="1" i="1" dirty="0" smtClean="0"/>
              <a:t>principal component PC1</a:t>
            </a:r>
            <a:r>
              <a:rPr lang="en-US" dirty="0" smtClean="0"/>
              <a:t> is greater then the information preserved by </a:t>
            </a:r>
            <a:r>
              <a:rPr lang="en-US" b="1" i="1" dirty="0" smtClean="0"/>
              <a:t>PC2</a:t>
            </a:r>
            <a:r>
              <a:rPr lang="en-US" dirty="0" smtClean="0"/>
              <a:t>. So, </a:t>
            </a:r>
            <a:r>
              <a:rPr lang="en-US" b="1" i="1" dirty="0" smtClean="0"/>
              <a:t>PC1</a:t>
            </a:r>
            <a:r>
              <a:rPr lang="en-US" dirty="0" smtClean="0"/>
              <a:t> is selected as the feature. 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42" y="2875745"/>
            <a:ext cx="60579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1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Analysis (PCA)</a:t>
            </a:r>
            <a:endParaRPr lang="en-US" dirty="0"/>
          </a:p>
        </p:txBody>
      </p:sp>
      <p:pic>
        <p:nvPicPr>
          <p:cNvPr id="9" name="Principal20Analysis20principal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21228" y="1467231"/>
            <a:ext cx="8915400" cy="3565525"/>
          </a:xfrm>
        </p:spPr>
      </p:pic>
      <p:sp>
        <p:nvSpPr>
          <p:cNvPr id="10" name="TextBox 9"/>
          <p:cNvSpPr txBox="1"/>
          <p:nvPr/>
        </p:nvSpPr>
        <p:spPr>
          <a:xfrm>
            <a:off x="2507076" y="5731099"/>
            <a:ext cx="9083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https://builtin.com/data-science/step-step-explanation-principal-component-analysis</a:t>
            </a:r>
          </a:p>
        </p:txBody>
      </p:sp>
    </p:spTree>
    <p:extLst>
      <p:ext uri="{BB962C8B-B14F-4D97-AF65-F5344CB8AC3E}">
        <p14:creationId xmlns:p14="http://schemas.microsoft.com/office/powerpoint/2010/main" val="208103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2549</TotalTime>
  <Words>382</Words>
  <Application>Microsoft Office PowerPoint</Application>
  <PresentationFormat>Widescreen</PresentationFormat>
  <Paragraphs>59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Wisp</vt:lpstr>
      <vt:lpstr>Dimensionality Reduction</vt:lpstr>
      <vt:lpstr>Dimensionality Reduction</vt:lpstr>
      <vt:lpstr>Dimensionality Reduction</vt:lpstr>
      <vt:lpstr>Dimensionality Reduction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</dc:title>
  <dc:creator>ABC</dc:creator>
  <cp:lastModifiedBy>ABC</cp:lastModifiedBy>
  <cp:revision>13</cp:revision>
  <dcterms:created xsi:type="dcterms:W3CDTF">2026-01-24T13:29:04Z</dcterms:created>
  <dcterms:modified xsi:type="dcterms:W3CDTF">2026-01-26T07:58:36Z</dcterms:modified>
</cp:coreProperties>
</file>